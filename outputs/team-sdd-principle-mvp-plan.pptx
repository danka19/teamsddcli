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6b9e13ca6455c" /><Relationship Type="http://schemas.openxmlformats.org/officeDocument/2006/relationships/extended-properties" Target="/docProps/app.xml" Id="Rf0a6283f16854f5d" /><Relationship Type="http://schemas.openxmlformats.org/officeDocument/2006/relationships/officeDocument" Target="/ppt/presentation.xml" Id="R4a290eee404f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0cd2f03ba494c"/>
  </p:sldMasterIdLst>
  <p:notesMasterIdLst>
    <p:notesMasterId xmlns:r="http://schemas.openxmlformats.org/officeDocument/2006/relationships" r:id="R3c7fffeef62f4303"/>
  </p:notesMasterIdLst>
  <p:sldIdLst>
    <p:sldId xmlns:r="http://schemas.openxmlformats.org/officeDocument/2006/relationships" id="256" r:id="R023a324ca1944659"/>
    <p:sldId xmlns:r="http://schemas.openxmlformats.org/officeDocument/2006/relationships" id="257" r:id="R2eeb1be811934487"/>
    <p:sldId xmlns:r="http://schemas.openxmlformats.org/officeDocument/2006/relationships" id="258" r:id="R59954d6031974d6d"/>
    <p:sldId xmlns:r="http://schemas.openxmlformats.org/officeDocument/2006/relationships" id="259" r:id="R64a5614daee14dd4"/>
    <p:sldId xmlns:r="http://schemas.openxmlformats.org/officeDocument/2006/relationships" id="260" r:id="Rb0302bdac2e9449c"/>
    <p:sldId xmlns:r="http://schemas.openxmlformats.org/officeDocument/2006/relationships" id="261" r:id="R92ae849b8e80496a"/>
    <p:sldId xmlns:r="http://schemas.openxmlformats.org/officeDocument/2006/relationships" id="262" r:id="Rc4dcc491043a4562"/>
    <p:sldId xmlns:r="http://schemas.openxmlformats.org/officeDocument/2006/relationships" id="263" r:id="R3f19c0ad214245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012c35ff224bd4" /><Relationship Type="http://schemas.openxmlformats.org/officeDocument/2006/relationships/slideMaster" Target="/ppt/slideMasters/slideMaster1.xml" Id="R63e0cd2f03ba494c" /><Relationship Type="http://schemas.openxmlformats.org/officeDocument/2006/relationships/notesMaster" Target="/ppt/notesMasters/notesMaster1.xml" Id="R3c7fffeef62f4303" /><Relationship Type="http://schemas.openxmlformats.org/officeDocument/2006/relationships/presProps" Target="/ppt/presProps.xml" Id="R39084cf37be54dc7" /><Relationship Type="http://schemas.openxmlformats.org/officeDocument/2006/relationships/tableStyles" Target="/ppt/tableStyles.xml" Id="R44c820877b1f4937" /><Relationship Type="http://schemas.openxmlformats.org/officeDocument/2006/relationships/slide" Target="/ppt/slides/slide1.xml" Id="R023a324ca1944659" /><Relationship Type="http://schemas.openxmlformats.org/officeDocument/2006/relationships/slide" Target="/ppt/slides/slide2.xml" Id="R2eeb1be811934487" /><Relationship Type="http://schemas.openxmlformats.org/officeDocument/2006/relationships/slide" Target="/ppt/slides/slide3.xml" Id="R59954d6031974d6d" /><Relationship Type="http://schemas.openxmlformats.org/officeDocument/2006/relationships/slide" Target="/ppt/slides/slide4.xml" Id="R64a5614daee14dd4" /><Relationship Type="http://schemas.openxmlformats.org/officeDocument/2006/relationships/slide" Target="/ppt/slides/slide5.xml" Id="Rb0302bdac2e9449c" /><Relationship Type="http://schemas.openxmlformats.org/officeDocument/2006/relationships/slide" Target="/ppt/slides/slide6.xml" Id="R92ae849b8e80496a" /><Relationship Type="http://schemas.openxmlformats.org/officeDocument/2006/relationships/slide" Target="/ppt/slides/slide7.xml" Id="Rc4dcc491043a4562" /><Relationship Type="http://schemas.openxmlformats.org/officeDocument/2006/relationships/slide" Target="/ppt/slides/slide8.xml" Id="R3f19c0ad2142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d47b3bb7e4a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17ac0433642ba" /><Relationship Type="http://schemas.openxmlformats.org/officeDocument/2006/relationships/notesMaster" Target="/ppt/notesMasters/notesMaster1.xml" Id="Rf4349fb42b7e42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7cb0d5fc6402a" /><Relationship Type="http://schemas.openxmlformats.org/officeDocument/2006/relationships/notesMaster" Target="/ppt/notesMasters/notesMaster1.xml" Id="Rc2051edddc6c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cab05250740fc" /><Relationship Type="http://schemas.openxmlformats.org/officeDocument/2006/relationships/notesMaster" Target="/ppt/notesMasters/notesMaster1.xml" Id="R44466ed76960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8392abb10745a7" /><Relationship Type="http://schemas.openxmlformats.org/officeDocument/2006/relationships/notesMaster" Target="/ppt/notesMasters/notesMaster1.xml" Id="R3d219f07424f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71268e77834c0c" /><Relationship Type="http://schemas.openxmlformats.org/officeDocument/2006/relationships/notesMaster" Target="/ppt/notesMasters/notesMaster1.xml" Id="R4a367ad14b604f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82be4023948ab" /><Relationship Type="http://schemas.openxmlformats.org/officeDocument/2006/relationships/notesMaster" Target="/ppt/notesMasters/notesMaster1.xml" Id="R4ac3ce8784e2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b666917fd546d9" /><Relationship Type="http://schemas.openxmlformats.org/officeDocument/2006/relationships/notesMaster" Target="/ppt/notesMasters/notesMaster1.xml" Id="R78aee0174d2349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d54dcd5ed04c82" /><Relationship Type="http://schemas.openxmlformats.org/officeDocument/2006/relationships/notesMaster" Target="/ppt/notesMasters/notesMaster1.xml" Id="R77eb55f58689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cc875568b41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56de7ded641e1" /><Relationship Type="http://schemas.openxmlformats.org/officeDocument/2006/relationships/slideLayout" Target="/ppt/slideLayouts/slideLayout1.xml" Id="Rf27d8c91a63943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d8c91a63943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b22590204c53" /><Relationship Type="http://schemas.openxmlformats.org/officeDocument/2006/relationships/notesSlide" Target="/ppt/notesSlides/notesSlide1.xml" Id="Rc7247898ca3c43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6a34711434843" /><Relationship Type="http://schemas.openxmlformats.org/officeDocument/2006/relationships/notesSlide" Target="/ppt/notesSlides/notesSlide2.xml" Id="R36ffed56cd19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c98df1f94244" /><Relationship Type="http://schemas.openxmlformats.org/officeDocument/2006/relationships/notesSlide" Target="/ppt/notesSlides/notesSlide3.xml" Id="Re743600b4cb348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4174ac2bc452c" /><Relationship Type="http://schemas.openxmlformats.org/officeDocument/2006/relationships/notesSlide" Target="/ppt/notesSlides/notesSlide4.xml" Id="R0f987f13d1e1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ec0e043c443ad" /><Relationship Type="http://schemas.openxmlformats.org/officeDocument/2006/relationships/notesSlide" Target="/ppt/notesSlides/notesSlide5.xml" Id="R491804b908044b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a108100044851" /><Relationship Type="http://schemas.openxmlformats.org/officeDocument/2006/relationships/notesSlide" Target="/ppt/notesSlides/notesSlide6.xml" Id="R572f0a4a267f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2adac61e4529" /><Relationship Type="http://schemas.openxmlformats.org/officeDocument/2006/relationships/notesSlide" Target="/ppt/notesSlides/notesSlide7.xml" Id="R86d55e35839a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d9afda9ec4b27" /><Relationship Type="http://schemas.openxmlformats.org/officeDocument/2006/relationships/notesSlide" Target="/ppt/notesSlides/notesSlide8.xml" Id="R995dd6aa33ee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5325F-3F19-4253-8333-A5281D2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SDD-процесс для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50833-F7A3-4EA6-9B10-2B702F4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B5563"/>
                </a:solidFill>
              </a:defRPr>
            </a:pPr>
            <a:r>
              <a:rPr sz="2025">
                <a:solidFill>
                  <a:srgbClr val="4B5563"/>
                </a:solidFill>
              </a:rPr>
              <a:t>Как связать анализ, разработку, тестирование и доказательства в один управляемый 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33E2-1797-4F09-B907-55E0271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68999-C2C9-4362-BC39-EDF021B3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12573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AA60A-56E2-47D2-8B1A-B89B5C1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A8E29-3067-45D8-997C-8C06D734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243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A7C81-6FAE-4715-8F65-83CB018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90950"/>
            <a:ext cx="12573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5EFA6-1415-4BA5-A643-FF90389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90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85968-0E33-4065-A562-97AFB29D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1243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F4AA4-0031-4CFC-AF57-30B16913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12573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2483C-679C-4821-A0F2-4EA88E32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90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9711-0D6A-43F9-B33F-A619DA6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A65C1-CDB4-40F2-ADB1-5EE22113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12573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DBD44-CD86-45EA-BD76-B3F27B66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90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QA/AT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7E1EE-BE45-4EA9-AE69-FE9A17D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243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B904B-0AF2-4A30-86E0-E294B17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12573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2DB22-E0DD-4B39-AE18-ADB4AAD5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90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08C8E-752C-4468-9D85-0944082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MVP за 1,5 месяца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636C7-2B1C-417E-83CC-AF0E15B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D3996-460A-4548-B2C1-4C43C67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5830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E22BE3-7EAD-4597-B1D0-C962F54B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Зачем это нужно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99E51-9871-4B9A-89BA-3AE5BD2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Проблема не в отсутствии документов, а в разрывах между ними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720FB-9D88-4CA3-9B18-9D91EC4A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9B216-B572-4B2C-BECA-747D878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8118F-CB7B-466C-A31E-E1D08DC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BE8D4-1888-4809-A529-E116709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0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1F687-0710-4964-93E9-72C84CF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Требования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EE692-1B7D-49E2-A505-9A61BDB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часто живут отдельно от задач и проверок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AA087-0912-4AA8-8719-7367216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476250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1FCB1-EDAA-44A1-A265-B7134704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01CC5-D269-4EAE-AE11-FE03F23B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получает контекст через пересказы и старые ссылки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CDAC6-B2BE-4EF2-B97C-0D88D87C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399C-8FEF-4A64-8651-B02CD03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QA / 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F3011-FC43-4F7C-AD3E-F1ACB9F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достраивают сценарии после факта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08B01-C074-4CE3-B2B0-8F0F1F36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76250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EEC0A-528E-4A5B-B4B8-ED90006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Аудит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1BE09-7940-4144-80FA-7D3CA20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не видит цельную цепочку решений и evidence</a:t>
            </a:r>
          </a:p>
        </p:txBody>
      </p:sp>
    </p:spTree>
    <p:extLst>
      <p:ext uri="{BB962C8B-B14F-4D97-AF65-F5344CB8AC3E}">
        <p14:creationId xmlns:p14="http://schemas.microsoft.com/office/powerpoint/2010/main" val="1254684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4AD60-FC83-48FD-B391-100F32A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Принцип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0C0C2-E7A0-45C0-B15B-8136D5D6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Источник правды остается в Git/OpenSpec, остальные инструменты получают свои роли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C1902-99F1-43DF-8931-280FEA8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100F6-CF6A-4FFD-8D3E-63094DA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30ECA-5373-4B88-A45B-BD8D64F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50598-9729-4289-9B27-A03ED211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EBD8D-1143-4BEF-BCA7-849EEB25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05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Git + OpenSpec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4BF7D-DCAB-45E7-8EB4-3A43B99A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каноничные требования и change packages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39528-958E-4674-84D5-DFD5524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81123-4E7F-4BB1-A3F5-9A644C91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Confluence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08A6-5FE9-47D8-AC55-28CF484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читаемые публикации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B9B2A-DD49-4D4C-B58A-626C0CF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A8BC8-3508-4B04-B25F-771580B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Jira / 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F6E8C-B60E-4D35-80BF-03FAA4B1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статус и работа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61869-24BC-420D-B7CB-BDE4EEEF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786C6-45B6-486C-B2A2-91BBC2E5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Bitbucket 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FEEA0-5096-4EAF-BE66-690A790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577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review и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16166-78FE-4D5A-92CF-9CDE1DE6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00550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8C93D-C452-42BF-BBAB-693A60DC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529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Jenkins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F9753-2D41-4F28-AA8A-E533AB6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577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проверки и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BDCD6-DE4E-4347-8EC8-F30E3FD3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A3B68-D4FC-4444-8FCB-BE1C138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CFC89-C430-4A3A-9E79-94823D4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24F21-B82E-4237-BB0D-A485670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3485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F9DB6-2986-4F26-A1EC-65BE263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Центральный объект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320E-18B5-4CF7-9E40-77817C1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Change package связывает решение, реализацию и проверку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3F44E-51F0-4154-8F9A-F853534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7E807-CB55-43B7-8AD6-BC90272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018C3-0F64-466F-A3E5-791F22F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DFF1-C55B-4C90-8206-D5BBBF75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954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62B7A-494E-4E0F-9E8E-766077A7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11594-8947-4EBD-AD6B-DA6D7CB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что меняем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4F0A2-5D42-45B1-8E60-147EC16C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861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79872-9CAC-43CB-833E-BBFE5DA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6954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24163-6237-4528-9DDD-F73FE93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25C74-6A9F-4A3A-B83A-85BF9790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как проверяем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C7DA9-1A57-41B6-8C4D-86A4B1B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861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A946E-84C1-4504-8974-48708B9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16954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7D9EB-5526-4C3C-BA42-3FDAEC24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A4B8D-04BD-49F9-AA2A-ACBF7E3A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52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кто делает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177E2-6A25-42B9-9C97-5C4FD99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861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DF963-EC50-43AC-AA32-CCC4E58B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16954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2689A-0F47-45C9-8FFA-0C9A395F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491DD-F3E1-4FCC-B046-E159C534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чем доказано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02C72-10B2-49A6-AEB5-4BA353F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861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5BB0F-E046-4CD8-ABBB-4AFB340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6954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BF355-7471-4981-89A7-6348709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718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Living specs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CA980-AD78-4A1C-9784-930DBE5D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52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что стало нормой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A08FF-8F03-4A5E-83AB-817C65B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387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Команда обсуждает не набор файлов, а одну трассируемую историю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1514949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BE262-4226-499D-899A-DE37A80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Что входит в первый запуск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AF7B8-72A7-4662-8747-71A2A08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MVP доказывает thin change flow без тяжелых интеграций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15974-781F-4004-AFCD-2530C5B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A0526-53B9-4BA3-A127-AA8BA40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32A62-DD21-4FFC-8743-7915963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6981A-A68C-4586-AAEF-9CF7B7F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929D3-AB53-4563-86D5-B764441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950AC-178A-43AE-A64F-08F3103F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Создать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9BB0D-71C7-4D40-98BC-1334ABE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из шаблона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49994-B740-4111-9426-2FFAD6E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054C9-E8FF-46C5-B930-792F9E2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28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1241B-3C4C-48E4-8202-8677CE6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20002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AB9FA-03E8-49D2-8FDD-906111B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718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Проверить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839A-26AC-44BC-8400-AF19F09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48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структуру и traceability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3D8F7-3BB2-42F7-85E6-E79AD02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3380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EC91D-18C7-4BA5-8CFC-A7B844C5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E4A0E-07D6-4766-989F-49BAE4AA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0002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E2301-DEAA-4417-B8D6-D6CF2C4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Открыть Spec 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09D2C-E618-4826-9FBA-9FB283D5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на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6619A-33BE-4B8C-871C-25FC5B21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9F7F3-2A23-439C-9A77-B7F02D23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28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19EB6-EC80-4047-B55D-CD6D9BA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0002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7786E-07A8-4512-AFFC-AD0F2661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Archive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1D1E6-5AA3-4104-80B6-C40EA4E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48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в living specs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F985B-4864-4223-9121-AB2D0069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48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Результат: requirement -&gt; scenario -&gt; evidence видно без ручного расследования.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72189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4B61A-7395-441A-8A89-903CF3F0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Граница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51AC3-AE13-4489-A012-F76319DA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Первый MVP намеренно узкий, чтобы успеть и не потерять качество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A2DFD-9E55-4817-A6C5-EE214B09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8D239-173D-40FD-8ED9-6AFE433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19BC2-E2A3-45EA-9A2D-4CDBA8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635B7-93AC-4D51-972C-34F136A8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Входит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787EB-A03E-4B00-8FD4-9E20765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5774D-C98D-4AE6-8265-8EBE9C1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thin change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0C090-2560-4106-A83A-323FB158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8710C-09FF-4B6F-801E-D4B00DE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локальная validation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FBBAA-AC03-45AD-9531-B6E0278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88D34-F95D-426B-9EA5-AD1DF1BA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Spec PR и archive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56814-F53C-4970-9965-8D4724E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1A8E2-10E3-4365-8D45-3EF1B48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basic traceability.yaml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5821E-8F12-44C7-ACC0-E1E6EEF8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После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1AB73-2E91-43B4-98D1-BE0C1CD8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280B5-4ED7-42B7-9C7E-CE518E6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Confluence publication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1871B-3B78-440C-8B60-D1FEC86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AA63D-CCFF-452D-BD4C-D106253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Jira task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9C992-B665-4FDA-86F6-DF90E90E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BC3C1-750D-45D6-8BF8-FE2A83E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QA/AT proposal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E1C0B-C1F2-4386-A8CD-E552D93B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6AB3-26F8-40D8-A963-14778E11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role inboxes, deploy, Zephyr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63CDC-484E-4438-9C52-1D5D1E1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7129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FECB9-884B-41D3-90A6-EA8D13B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Сроки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86DF8-0058-4180-AB28-D9685FB5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План MVP укладывается в 1,5 месяца, если держать scope узким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31F94-A347-4BB8-88C6-13F4AA1B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A41E7-9BC1-4E24-89B0-DA49899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77D2-18A5-4E61-8713-EE3F2B9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2456C-E34F-4D42-906B-EE76D1A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828800" cy="154305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76864-CFF6-4F93-8D54-A4679EBD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Week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552AA-6B90-4CD5-B5EA-82C16C9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Requirements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E3632-B43A-4E34-AB55-26DF3E7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закрыть открытые решения 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341AB-FC83-48C7-8BE3-B6FF4FD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828800" cy="154305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62D55-4340-4EBE-AB2B-1CE11B2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Week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1EA97-6384-4835-9F1C-D48319A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48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64FF8-B9F8-43B6-A0D3-9A11C5F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00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topology, config, version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804D8-FCDB-4662-BE64-05477D8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2057400" cy="154305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A7E23-0CED-4D95-B1EA-0766897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67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Week 3-4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D9458-6457-4FF8-9F66-279F3FC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Thin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4CB94-198A-4627-8A17-1E1A125F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templates, validator, PR/archive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524CB-251D-4880-99D6-3EEE79EF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828800" cy="154305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F8531-6CA5-4298-920C-F3455CCE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Week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8ECF0-4022-450A-B475-B5953BE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Hardening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81EB0-5535-4A53-84A1-ACF380D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negative cases, docs,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EACAA-8811-4B5B-8D2A-D6C244F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828800" cy="154305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1DE1F-C03D-4618-939C-8067193F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Week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24FAA-89C9-4EF5-B77E-CF6006C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48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Pilot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52903-9AC8-450D-991F-FDB6B8B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walkthrough, fixes, go/no-go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FD6BC-C06C-4190-BAB9-F617A45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292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Критическое условие: Jira, Confluence, QA/AT генерация и inbox не попадают в эти 6 недель.</a:t>
            </a:r>
          </a:p>
        </p:txBody>
      </p:sp>
    </p:spTree>
    <p:extLst>
      <p:ext uri="{BB962C8B-B14F-4D97-AF65-F5344CB8AC3E}">
        <p14:creationId xmlns:p14="http://schemas.microsoft.com/office/powerpoint/2010/main" val="1095912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35270-0E59-4C5E-93A9-1684CAB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План дальше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2CCA-8E05-48E0-99EB-6B53589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После MVP расширяем процесс слоями, только когда доказана базовая ценность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A9869-C32B-46FB-9972-C3C7426C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F2F8-145D-45E3-AD38-3608B0DF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teamSddCli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0B36E-EE7F-4C85-9C96-A214E93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B7280"/>
                </a:solidFill>
              </a:defRPr>
            </a:pPr>
            <a:r>
              <a:rPr sz="1125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0A7F6-1994-43A6-A0CE-4103994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000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B161A-78D7-4A2C-B9DA-3C54D44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5986E-DDB7-4F70-8FE0-5027678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Confluence views with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32F1D-95C9-49FD-A1EC-FC0F9DED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2000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0A8D5-E1AD-42A6-8058-B0B5300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432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2AC3F-75FA-4C00-9A2C-2B837C0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00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Jira tasks from accepted change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288C4-E351-4196-B10B-668B73A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8B210-DE16-4CC1-9082-1E91DD0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CC81-9E58-486D-A742-B28EEA0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QA/AT scenarios and skeletons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055BE-516D-495C-9721-D62D4D2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000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53294-8C6E-4E30-9EAD-25EEF9C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Orient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E3E06-8B91-40F9-B777-4D29340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00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role inboxes, project map, sync/upgrade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4CA79-0599-45A4-B3F2-14B38BA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Не автономный агент. Управляемый процесс, где люди утверждают, CI проверяет, AI ускоряет подготовку.</a:t>
            </a:r>
          </a:p>
        </p:txBody>
      </p:sp>
    </p:spTree>
    <p:extLst>
      <p:ext uri="{BB962C8B-B14F-4D97-AF65-F5344CB8AC3E}">
        <p14:creationId xmlns:p14="http://schemas.microsoft.com/office/powerpoint/2010/main" val="1868119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2026-07-06T07:41:42.3500000Z</dcterms:created>
  <dcterms:modified xsi:type="dcterms:W3CDTF">2026-07-06T07:41:42.3500000Z</dcterms:modified>
</coreProperties>
</file>