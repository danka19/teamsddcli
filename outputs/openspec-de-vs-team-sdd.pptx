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ПОДХОДОВ  ·  ФАЗА 1  ·  WORK ITEM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openspec-de и наш SDD-процесс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внутренняя кастомизация OpenSpec, что мы из неё берём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почему наше ядро остаётся другим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openspec-de — воркфлоу разработчика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333756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3375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SDD-процесс — процесс команды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teamSddCli  ·  по итогам разбора скриншотов внутреннего решения  ·  2026-07-09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решения в одном кадре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886200"/>
          </a:xfrm>
          <a:prstGeom prst="roundRect">
            <a:avLst>
              <a:gd name="adj" fmla="val 1882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8872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openspec-de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Кастомизация OpenSpec для разработчиков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изменений — разработчик; единица — изменение в одном репозитории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артефактов задана схемой: proposal → specs → design → tasks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Гарантии: инструкции-промпты, self-review субагенты, PR-ревью; AI-verify не блокирует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Мастер-спека — инженерное дерево: OpenAPI, JSON-схемы, action-файлы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3886200"/>
          </a:xfrm>
          <a:prstGeom prst="roundRect">
            <a:avLst>
              <a:gd name="adj" fmla="val 1882"/>
            </a:avLst>
          </a:prstGeom>
          <a:solidFill>
            <a:srgbClr val="E8ED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процесс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276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OpenSpec/Markdown-first для всей команды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2084832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 — аналитики и команда; единица — решение (аналог корпоративного «единого документа»)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team-specs: аналитика, Master/Delta Specs, QA/AT, шаблоны, валидаторы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Гарантии: детерминированные валидаторы и CI — ошибки, а не предупреждения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— генерируемая витрина для согласования, не источник истины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openspec-de: плюсы и минусы для нашей цели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61288"/>
            <a:ext cx="310896" cy="310896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Воркфлоу-как-данные: весь процесс — одна версионируемая папка (схема, шаблоны, skills)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под слабые модели: СТОП-гейты, self-review чеклисты, субагент-разведчик кода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«высоты»: бизнес-язык в proposal и specs, код — только в design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Лестница топологий по зрелости (1 → 2 → 3) вместо одной догмы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Читаемость: русская проза, короткие шаблоны, диаграмма процесса в репозитории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7EC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61288"/>
            <a:ext cx="310896" cy="310896"/>
          </a:xfrm>
          <a:prstGeom prst="ellipse">
            <a:avLst/>
          </a:prstGeom>
          <a:solidFill>
            <a:srgbClr val="A9444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места (для нас)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живут в промптах и ревью; verify — AI-навык и не блокирует архивацию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разработчиков: нет аналитики, QA/AT и approval-витрин для согласующих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Трассируемость по номерам строк (design.md:34) — хрупкая, стабильных ID нет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реестра владельцев, CODEOWNERS и ролевых согласований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репозиторий, version: 1 — без политики пина и апгрейда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Различие 1 — где живут гарантии процесса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openspec-de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117957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4F1F2"/>
          </a:solidFill>
          <a:ln/>
        </p:spPr>
      </p:sp>
      <p:sp>
        <p:nvSpPr>
          <p:cNvPr id="6" name="Text 4"/>
          <p:cNvSpPr/>
          <p:nvPr/>
        </p:nvSpPr>
        <p:spPr>
          <a:xfrm>
            <a:off x="2240280" y="117957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промпт-инструкция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21024" y="117957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13632" y="117957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4F1F2"/>
          </a:solidFill>
          <a:ln/>
        </p:spPr>
      </p:sp>
      <p:sp>
        <p:nvSpPr>
          <p:cNvPr id="9" name="Text 7"/>
          <p:cNvSpPr/>
          <p:nvPr/>
        </p:nvSpPr>
        <p:spPr>
          <a:xfrm>
            <a:off x="3913632" y="117957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(AI)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94376" y="117957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86984" y="117957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4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5586984" y="117957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PR-ревью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67728" y="117957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0336" y="117957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4F1F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0336" y="117957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(AI)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1892808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не блокирует архивацию — качество зависит от модели и внимательности ревьюера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процесс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264261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8EDF9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64261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пакета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21024" y="264261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13632" y="264261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8EDF9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264261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валидатор (ошибки)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94376" y="264261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86984" y="264261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8EDF9"/>
          </a:solidFill>
          <a:ln/>
        </p:spPr>
      </p:sp>
      <p:sp>
        <p:nvSpPr>
          <p:cNvPr id="26" name="Text 24"/>
          <p:cNvSpPr/>
          <p:nvPr/>
        </p:nvSpPr>
        <p:spPr>
          <a:xfrm>
            <a:off x="5586984" y="264261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/ CI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67728" y="2642616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0336" y="2642616"/>
            <a:ext cx="1399032" cy="658368"/>
          </a:xfrm>
          <a:prstGeom prst="roundRect">
            <a:avLst>
              <a:gd name="adj" fmla="val 9722"/>
            </a:avLst>
          </a:prstGeom>
          <a:solidFill>
            <a:srgbClr val="E8EDF9"/>
          </a:solidFill>
          <a:ln/>
        </p:spPr>
      </p:sp>
      <p:sp>
        <p:nvSpPr>
          <p:cNvPr id="29" name="Text 27"/>
          <p:cNvSpPr/>
          <p:nvPr/>
        </p:nvSpPr>
        <p:spPr>
          <a:xfrm>
            <a:off x="7260336" y="2642616"/>
            <a:ext cx="13990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человек-гейт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40280" y="3355848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и при слабой модели, и вовсе без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9776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ограничение: в корпоративной среде только GigaCode — гарантии обязаны работать без AI.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openspec-de берём как AI-слой поверх валидаторов, а не вместо них.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Различие 2 — топология: лестница зрелости, а не конфликт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148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233172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23134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 одном репозитории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команда, пилот одной возможности: доки, AI-инструменты, код и тесты вместе.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874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20574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50208" y="20391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/ код / тесты — раздельно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команды: центральный репозиторий требований отдельно от кода и автотестов.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3456432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456432"/>
            <a:ext cx="21945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наш план: центральный team-specs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600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78308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7647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Спеки рядом с кодом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1072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(у них — в пилотах): центр хранит бизнес-требования и архитектуру, каждая система — свою master-спеку и дельты.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91072" y="3456432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3456432"/>
            <a:ext cx="21945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поздняя ступень, не старт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9232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15584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4F1F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снят: «спеки рядом с кодом» — только третья ступень; бизнес-требования и там остаются централизованными.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заимствуем у openspec-de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3444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2161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одной папкой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+ шаблоны + skills копируются другой командой с пином версии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05156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23444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12161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Паттерны для слабых моделей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изучение контекста, СТОП-гейты, чеклисты self-review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05156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23444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9712" y="12161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«высоты» артефактов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Бизнес-язык и код разведены по документам — в наши шаблоны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20040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1821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дельт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[REMOVED] с причиной и миграцией, [RENAMED] — проверить наш контракт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9272" y="30175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0440" y="320040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1821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Чекбокс-контракт tasks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реализация → юнит-тесты → команда проверки → коммит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30175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E4F1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200400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31821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 архива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82512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Датированные папки и отдельный коммит «spec: archive &lt;name&gt;»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 иначе — и почему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них (openspec-de)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нас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Гарантии: промпты + ревью; verify не блокирует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Валидаторы и CI: нарушения = ошибки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Среда GigaCode-only: гарантии должны работать без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Спеки рядом с кодом (ступень 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Центральный team-specs (= их ступень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Авторы — аналитики; согласование на уровне решения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Трассируемость по строкам: design.md:34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Стабильные ID: REQ-…, SCEN-…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Строки сдвигаются; ID доживают до тестов и витрин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Статусные модели — проза в Markdown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Типизированный YAML + генерация таблиц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Корпоративный approval-вид собирается автоматически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Личный репозиторий, version: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Командный репозиторий, пин + политика апгрейда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factor и совместимость между командами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7218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совместимы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план — это их «ступень 2», а не альтернативная вселенная. Подаём топологию команде на языке их лестницы зрелости.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AI-слой, храним ядро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Промпты, субагенты и СТОП-гейты — поверх наших детерминированных валидаторов, а не вместо них.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7530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520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proposal и гейт 1.5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входит в merged proposal define-repo-topology-config: топология, конфиг, пин версии OpenSpec, split репозиториев, owners.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разбор: docs/planning/OPENSPEC_DE_INTERNAL_SOLUTION_ANALYSIS_2026-07-09.md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openspec-de и наш SDD-процесс</dc:title>
  <dc:subject>PptxGenJS Presentation</dc:subject>
  <dc:creator>teamSddCli</dc:creator>
  <cp:lastModifiedBy>teamSddCli</cp:lastModifiedBy>
  <cp:revision>1</cp:revision>
  <dcterms:created xsi:type="dcterms:W3CDTF">2026-07-09T05:27:07Z</dcterms:created>
  <dcterms:modified xsi:type="dcterms:W3CDTF">2026-07-09T05:27:07Z</dcterms:modified>
</cp:coreProperties>
</file>